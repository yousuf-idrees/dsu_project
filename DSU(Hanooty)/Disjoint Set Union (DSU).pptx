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2" r:id="rId5"/>
    <p:sldId id="310" r:id="rId6"/>
    <p:sldId id="312" r:id="rId7"/>
    <p:sldId id="313" r:id="rId8"/>
    <p:sldId id="314" r:id="rId9"/>
    <p:sldId id="315" r:id="rId10"/>
    <p:sldId id="316" r:id="rId11"/>
    <p:sldId id="317" r:id="rId12"/>
    <p:sldId id="31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12/2/2024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750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12/2/2024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318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12/2/2024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058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12/2/2024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950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12/2/2024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147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12/2/2024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700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12/2/2024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161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12/2/2024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531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12/2/2024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8086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12/2/2024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409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2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isjoint-set-data-structures/" TargetMode="External"/><Relationship Id="rId2" Type="http://schemas.openxmlformats.org/officeDocument/2006/relationships/hyperlink" Target="https://www.youtube.com/watch?v=HQ5ANfzSDn0&amp;t=237s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BA1780-A246-4C7F-9267-727EF2F4E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846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329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3272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D7398C-75E5-4CB0-BA4F-D7D5CF2495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6055" y="2689483"/>
            <a:ext cx="4819945" cy="1479033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Disjoint Set Union (DSU)</a:t>
            </a:r>
          </a:p>
        </p:txBody>
      </p:sp>
    </p:spTree>
    <p:extLst>
      <p:ext uri="{BB962C8B-B14F-4D97-AF65-F5344CB8AC3E}">
        <p14:creationId xmlns:p14="http://schemas.microsoft.com/office/powerpoint/2010/main" val="2152082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E5B260-35A1-CD02-504D-BD12D19A2E3B}"/>
              </a:ext>
            </a:extLst>
          </p:cNvPr>
          <p:cNvSpPr txBox="1"/>
          <p:nvPr/>
        </p:nvSpPr>
        <p:spPr>
          <a:xfrm>
            <a:off x="7705725" y="1269206"/>
            <a:ext cx="413385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Firstly, we create three pointers (parent , rank , size).</a:t>
            </a:r>
          </a:p>
          <a:p>
            <a:endParaRPr lang="en-US" dirty="0"/>
          </a:p>
          <a:p>
            <a:r>
              <a:rPr lang="en-US" dirty="0"/>
              <a:t>First pointer to hold the parent of each element in an array.</a:t>
            </a:r>
          </a:p>
          <a:p>
            <a:endParaRPr lang="en-US" dirty="0"/>
          </a:p>
          <a:p>
            <a:r>
              <a:rPr lang="en-US" dirty="0"/>
              <a:t>Second pointer to hold the depth of each tree in an array.</a:t>
            </a:r>
          </a:p>
          <a:p>
            <a:endParaRPr lang="en-US" dirty="0"/>
          </a:p>
          <a:p>
            <a:r>
              <a:rPr lang="en-US" dirty="0"/>
              <a:t>Third pointer to hold the number of elements in the set in an array.</a:t>
            </a:r>
          </a:p>
          <a:p>
            <a:endParaRPr lang="en-US" dirty="0"/>
          </a:p>
          <a:p>
            <a:r>
              <a:rPr lang="en-US" dirty="0"/>
              <a:t>Secondly, allocating the memory for the parent, rank, and size arrays.</a:t>
            </a:r>
          </a:p>
          <a:p>
            <a:endParaRPr lang="en-US" dirty="0"/>
          </a:p>
          <a:p>
            <a:r>
              <a:rPr lang="en-US" dirty="0"/>
              <a:t>Finally, we initialize each element.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3C23B6-6701-B0A0-4CCF-1A9332580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" y="1269206"/>
            <a:ext cx="7093750" cy="43195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AEFB78-090E-106D-C644-BCA9EA8D649F}"/>
              </a:ext>
            </a:extLst>
          </p:cNvPr>
          <p:cNvSpPr txBox="1"/>
          <p:nvPr/>
        </p:nvSpPr>
        <p:spPr>
          <a:xfrm>
            <a:off x="447675" y="466725"/>
            <a:ext cx="110585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DSU Class</a:t>
            </a:r>
          </a:p>
        </p:txBody>
      </p:sp>
    </p:spTree>
    <p:extLst>
      <p:ext uri="{BB962C8B-B14F-4D97-AF65-F5344CB8AC3E}">
        <p14:creationId xmlns:p14="http://schemas.microsoft.com/office/powerpoint/2010/main" val="17545495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07F44-0362-349F-DCF4-8C4A77A7C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671856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Find Function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2E7277-B576-6E32-0BEF-F3732A1D525B}"/>
              </a:ext>
            </a:extLst>
          </p:cNvPr>
          <p:cNvSpPr txBox="1"/>
          <p:nvPr/>
        </p:nvSpPr>
        <p:spPr>
          <a:xfrm>
            <a:off x="561976" y="3781425"/>
            <a:ext cx="110871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function is a parameterized function that takes an input number from the user to search for the parent of the number if it exists.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(if statement) checks if the input is not it’s own parent.</a:t>
            </a:r>
          </a:p>
          <a:p>
            <a:endParaRPr lang="en-US" dirty="0"/>
          </a:p>
          <a:p>
            <a:r>
              <a:rPr lang="en-US" dirty="0"/>
              <a:t>We recursively use the find function to find the root and compress the path.</a:t>
            </a:r>
          </a:p>
          <a:p>
            <a:endParaRPr lang="en-US" dirty="0"/>
          </a:p>
          <a:p>
            <a:r>
              <a:rPr lang="en-US" dirty="0"/>
              <a:t>If the condition is false, the function returns the root of the set containing the (</a:t>
            </a:r>
            <a:r>
              <a:rPr lang="en-US" dirty="0" err="1"/>
              <a:t>i</a:t>
            </a:r>
            <a:r>
              <a:rPr lang="en-US" dirty="0"/>
              <a:t>).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E636566-EE9B-925A-01F1-EC192A8BC9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8328" y="1580356"/>
            <a:ext cx="10975343" cy="2010569"/>
          </a:xfrm>
        </p:spPr>
      </p:pic>
    </p:spTree>
    <p:extLst>
      <p:ext uri="{BB962C8B-B14F-4D97-AF65-F5344CB8AC3E}">
        <p14:creationId xmlns:p14="http://schemas.microsoft.com/office/powerpoint/2010/main" val="1745050447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A9917-5FAF-5AF0-E6D2-AFAFF5F4D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575919"/>
            <a:ext cx="9839325" cy="814731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Union By Rank Function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DCB0EC3-3C9B-8E6D-2EC3-B965DF66E7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1975" y="1390651"/>
            <a:ext cx="6763666" cy="3571874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34CFDF-9468-E039-A996-6CF4246399F3}"/>
              </a:ext>
            </a:extLst>
          </p:cNvPr>
          <p:cNvSpPr txBox="1"/>
          <p:nvPr/>
        </p:nvSpPr>
        <p:spPr>
          <a:xfrm>
            <a:off x="7535191" y="834390"/>
            <a:ext cx="397100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function takes two parameters &amp; connects two trees based on their ranks.</a:t>
            </a:r>
          </a:p>
          <a:p>
            <a:endParaRPr lang="en-US" dirty="0"/>
          </a:p>
          <a:p>
            <a:r>
              <a:rPr lang="en-US" dirty="0"/>
              <a:t>First, we find the parent of the two parameters and store them in two variables (root1 , root2).</a:t>
            </a:r>
          </a:p>
          <a:p>
            <a:endParaRPr lang="en-US" dirty="0"/>
          </a:p>
          <a:p>
            <a:r>
              <a:rPr lang="en-US" dirty="0"/>
              <a:t>Second, we check if they have the same parent, there is no need to union.</a:t>
            </a:r>
          </a:p>
          <a:p>
            <a:endParaRPr lang="en-US" dirty="0"/>
          </a:p>
          <a:p>
            <a:r>
              <a:rPr lang="en-US" dirty="0"/>
              <a:t>Third, we check if rank of root2&gt;rank of root1, then root2 will be the parent of root1 and vice versa.</a:t>
            </a:r>
          </a:p>
          <a:p>
            <a:endParaRPr lang="en-US" dirty="0"/>
          </a:p>
          <a:p>
            <a:r>
              <a:rPr lang="en-US" dirty="0"/>
              <a:t>Finally, if they are equal make one tree the parent of the other and increase the rank of it. </a:t>
            </a:r>
          </a:p>
          <a:p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3713274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693FF-CB2B-592A-2937-E584D10BE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488365"/>
            <a:ext cx="9858375" cy="833781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Union By Size Function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CCD698-08F5-9B4A-C32E-2E82D7DACD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7196" y="1227138"/>
            <a:ext cx="6552209" cy="393541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D6BD4F-5243-4C7E-CBC9-ABFA547FD7EF}"/>
              </a:ext>
            </a:extLst>
          </p:cNvPr>
          <p:cNvSpPr txBox="1"/>
          <p:nvPr/>
        </p:nvSpPr>
        <p:spPr>
          <a:xfrm>
            <a:off x="7219950" y="1227137"/>
            <a:ext cx="44577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function takes 2 parameters &amp; connects two trees based on their size.</a:t>
            </a:r>
          </a:p>
          <a:p>
            <a:endParaRPr lang="en-US" dirty="0"/>
          </a:p>
          <a:p>
            <a:r>
              <a:rPr lang="en-US" dirty="0"/>
              <a:t>First, we find the parent of the two parameters and store them in two variables (</a:t>
            </a:r>
            <a:r>
              <a:rPr lang="en-US" dirty="0" err="1"/>
              <a:t>rootX</a:t>
            </a:r>
            <a:r>
              <a:rPr lang="en-US" dirty="0"/>
              <a:t> , </a:t>
            </a:r>
            <a:r>
              <a:rPr lang="en-US" dirty="0" err="1"/>
              <a:t>rootY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en-US" dirty="0"/>
              <a:t>Second, we check if they have the same parent, there is no need to union.</a:t>
            </a:r>
          </a:p>
          <a:p>
            <a:endParaRPr lang="en-US" dirty="0"/>
          </a:p>
          <a:p>
            <a:r>
              <a:rPr lang="en-US" dirty="0"/>
              <a:t>Third, we store the sizes of each tree in two variables (</a:t>
            </a:r>
            <a:r>
              <a:rPr lang="en-US" dirty="0" err="1"/>
              <a:t>sizex</a:t>
            </a:r>
            <a:r>
              <a:rPr lang="en-US" dirty="0"/>
              <a:t> , </a:t>
            </a:r>
            <a:r>
              <a:rPr lang="en-US" dirty="0" err="1"/>
              <a:t>sizey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en-US" dirty="0"/>
              <a:t>Finally, we check if </a:t>
            </a:r>
            <a:r>
              <a:rPr lang="en-US" dirty="0" err="1"/>
              <a:t>sizex</a:t>
            </a:r>
            <a:r>
              <a:rPr lang="en-US" dirty="0"/>
              <a:t>&lt; </a:t>
            </a:r>
            <a:r>
              <a:rPr lang="en-US" dirty="0" err="1"/>
              <a:t>sizey</a:t>
            </a:r>
            <a:r>
              <a:rPr lang="en-US" dirty="0"/>
              <a:t> , then </a:t>
            </a:r>
            <a:r>
              <a:rPr lang="en-US" dirty="0" err="1"/>
              <a:t>rootY</a:t>
            </a:r>
            <a:r>
              <a:rPr lang="en-US" dirty="0"/>
              <a:t> will be the parent of </a:t>
            </a:r>
            <a:r>
              <a:rPr lang="en-US" dirty="0" err="1"/>
              <a:t>rootX</a:t>
            </a:r>
            <a:r>
              <a:rPr lang="en-US" dirty="0"/>
              <a:t> and update the size of the new root and vice versa.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718157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B1056-FC62-EFB2-36F0-18E42BDF9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575919"/>
            <a:ext cx="10058400" cy="824256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Is connect Function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488971-091B-A68F-28FA-913BD6A854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0075" y="1475581"/>
            <a:ext cx="10887075" cy="128701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DD25A1-4815-3AF1-E0C9-D4BEB0589904}"/>
              </a:ext>
            </a:extLst>
          </p:cNvPr>
          <p:cNvSpPr txBox="1"/>
          <p:nvPr/>
        </p:nvSpPr>
        <p:spPr>
          <a:xfrm>
            <a:off x="600075" y="3248025"/>
            <a:ext cx="10887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function checks if the two sets are connected or not connected by checking if the two parameters have the same parent or not.</a:t>
            </a:r>
          </a:p>
        </p:txBody>
      </p:sp>
    </p:spTree>
    <p:extLst>
      <p:ext uri="{BB962C8B-B14F-4D97-AF65-F5344CB8AC3E}">
        <p14:creationId xmlns:p14="http://schemas.microsoft.com/office/powerpoint/2010/main" val="2839805928"/>
      </p:ext>
    </p:extLst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693E5-C3EA-0BB0-B0BB-48E3D0A62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175" y="550278"/>
            <a:ext cx="9925050" cy="709956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Main Function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E015BE-9EA4-5181-FB9C-85C57DA33D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130" y="1331913"/>
            <a:ext cx="5692870" cy="384968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C1BC45-37A8-6C47-2BA4-B97C43B86A44}"/>
              </a:ext>
            </a:extLst>
          </p:cNvPr>
          <p:cNvSpPr txBox="1"/>
          <p:nvPr/>
        </p:nvSpPr>
        <p:spPr>
          <a:xfrm>
            <a:off x="6267450" y="638175"/>
            <a:ext cx="5381625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created two objects (r , s)of the DSU class each for five elements.</a:t>
            </a:r>
          </a:p>
          <a:p>
            <a:endParaRPr lang="en-US" dirty="0"/>
          </a:p>
          <a:p>
            <a:r>
              <a:rPr lang="en-US" dirty="0"/>
              <a:t>This code created five parents in r and s objects which we tested later on.</a:t>
            </a:r>
          </a:p>
          <a:p>
            <a:endParaRPr lang="en-US" dirty="0"/>
          </a:p>
          <a:p>
            <a:r>
              <a:rPr lang="en-US" dirty="0"/>
              <a:t>We tested both union by rank function and union by size function three tests.</a:t>
            </a:r>
          </a:p>
          <a:p>
            <a:endParaRPr lang="en-US" dirty="0"/>
          </a:p>
          <a:p>
            <a:r>
              <a:rPr lang="en-US" dirty="0"/>
              <a:t>Finally, we checked in the ‘</a:t>
            </a:r>
            <a:r>
              <a:rPr lang="en-US" dirty="0" err="1"/>
              <a:t>cout</a:t>
            </a:r>
            <a:r>
              <a:rPr lang="en-US" dirty="0"/>
              <a:t>’ process if the elements are connected or not by using if(?) and else(:) statements.</a:t>
            </a:r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sz="2400" dirty="0"/>
              <a:t>Now it’s time to discuss and test together.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8009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F2320-85E8-51B4-3888-4DA573270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E464B-F3BE-E219-66E4-10CF06046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YouTube Video : </a:t>
            </a:r>
            <a:r>
              <a:rPr lang="en-US" dirty="0">
                <a:hlinkClick r:id="rId2"/>
              </a:rPr>
              <a:t>https://www.youtube.com/watch?v=HQ5ANfzSDn0&amp;t=237s</a:t>
            </a:r>
            <a:endParaRPr lang="en-US" dirty="0"/>
          </a:p>
          <a:p>
            <a:r>
              <a:rPr lang="en-US" dirty="0"/>
              <a:t>Geeks for geeks : </a:t>
            </a:r>
            <a:r>
              <a:rPr lang="en-US" dirty="0">
                <a:hlinkClick r:id="rId3"/>
              </a:rPr>
              <a:t>https://www.geeksforgeeks.org/disjoint-set-data-structures/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597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CD00E-DC24-336F-B81A-44BEB7768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El </a:t>
            </a:r>
            <a:r>
              <a:rPr lang="en-US" dirty="0" err="1">
                <a:solidFill>
                  <a:srgbClr val="FF0000"/>
                </a:solidFill>
              </a:rPr>
              <a:t>Hanooty</a:t>
            </a:r>
            <a:r>
              <a:rPr lang="en-US" dirty="0">
                <a:solidFill>
                  <a:srgbClr val="FF0000"/>
                </a:solidFill>
              </a:rPr>
              <a:t> Team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775E8-5886-9C9D-BE0B-9319FFD25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Yousuf Idrees 23-101077</a:t>
            </a:r>
          </a:p>
          <a:p>
            <a:pPr algn="ctr"/>
            <a:r>
              <a:rPr lang="en-US" sz="3200" dirty="0"/>
              <a:t>Yassin Sameh  23-101192</a:t>
            </a:r>
          </a:p>
          <a:p>
            <a:pPr algn="ctr"/>
            <a:r>
              <a:rPr lang="en-US" sz="3200" dirty="0"/>
              <a:t>Omar Elsayed 23-101091</a:t>
            </a:r>
          </a:p>
        </p:txBody>
      </p:sp>
    </p:spTree>
    <p:extLst>
      <p:ext uri="{BB962C8B-B14F-4D97-AF65-F5344CB8AC3E}">
        <p14:creationId xmlns:p14="http://schemas.microsoft.com/office/powerpoint/2010/main" val="291937817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Sagona Extra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agona Book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Override1.xml><?xml version="1.0" encoding="utf-8"?>
<a:themeOverride xmlns:a="http://schemas.openxmlformats.org/drawingml/2006/main">
  <a:clrScheme name="Marquee">
    <a:dk1>
      <a:srgbClr val="000000"/>
    </a:dk1>
    <a:lt1>
      <a:sysClr val="window" lastClr="FFFFFF"/>
    </a:lt1>
    <a:dk2>
      <a:srgbClr val="5E5E5E"/>
    </a:dk2>
    <a:lt2>
      <a:srgbClr val="DDDDDD"/>
    </a:lt2>
    <a:accent1>
      <a:srgbClr val="418AB3"/>
    </a:accent1>
    <a:accent2>
      <a:srgbClr val="A6B727"/>
    </a:accent2>
    <a:accent3>
      <a:srgbClr val="F69200"/>
    </a:accent3>
    <a:accent4>
      <a:srgbClr val="838383"/>
    </a:accent4>
    <a:accent5>
      <a:srgbClr val="FEC306"/>
    </a:accent5>
    <a:accent6>
      <a:srgbClr val="DF5327"/>
    </a:accent6>
    <a:hlink>
      <a:srgbClr val="F59E00"/>
    </a:hlink>
    <a:folHlink>
      <a:srgbClr val="B2B2B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E2713E1-6312-427E-BFCB-C5A5DA30137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F3B215-496E-4790-A364-7C1C46DEC77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50DB95DD-0319-4EE5-8C5C-9CEDF75E02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{98EED99B-C092-4AA0-9589-DADFE6E5A3EB}tf78829772_win32</Template>
  <TotalTime>262</TotalTime>
  <Words>532</Words>
  <Application>Microsoft Office PowerPoint</Application>
  <PresentationFormat>Widescreen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Garamond</vt:lpstr>
      <vt:lpstr>Sagona Book</vt:lpstr>
      <vt:lpstr>Sagona ExtraLight</vt:lpstr>
      <vt:lpstr>SavonVTI</vt:lpstr>
      <vt:lpstr>Disjoint Set Union (DSU)</vt:lpstr>
      <vt:lpstr>PowerPoint Presentation</vt:lpstr>
      <vt:lpstr>Find Function</vt:lpstr>
      <vt:lpstr>Union By Rank Function</vt:lpstr>
      <vt:lpstr>Union By Size Function </vt:lpstr>
      <vt:lpstr>Is connect Function</vt:lpstr>
      <vt:lpstr>Main Function </vt:lpstr>
      <vt:lpstr>Citations</vt:lpstr>
      <vt:lpstr>El Hanooty Team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 S</dc:creator>
  <cp:lastModifiedBy>Y S</cp:lastModifiedBy>
  <cp:revision>1</cp:revision>
  <dcterms:created xsi:type="dcterms:W3CDTF">2024-12-02T15:04:50Z</dcterms:created>
  <dcterms:modified xsi:type="dcterms:W3CDTF">2024-12-02T19:27:35Z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